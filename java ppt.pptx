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3E6C60-B62A-4ADF-BAA5-B1D28839C4B8}" v="1" dt="2026-04-09T04:13:39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latha S" userId="f40360a441ee9167" providerId="LiveId" clId="{7165BEFC-6165-47FA-8757-D851393C1F71}"/>
    <pc:docChg chg="custSel modSld">
      <pc:chgData name="Hemalatha S" userId="f40360a441ee9167" providerId="LiveId" clId="{7165BEFC-6165-47FA-8757-D851393C1F71}" dt="2026-04-09T04:41:25.722" v="2119" actId="1076"/>
      <pc:docMkLst>
        <pc:docMk/>
      </pc:docMkLst>
      <pc:sldChg chg="addSp modSp mod modClrScheme chgLayout">
        <pc:chgData name="Hemalatha S" userId="f40360a441ee9167" providerId="LiveId" clId="{7165BEFC-6165-47FA-8757-D851393C1F71}" dt="2026-04-09T04:13:45.107" v="366" actId="1076"/>
        <pc:sldMkLst>
          <pc:docMk/>
          <pc:sldMk cId="3733554871" sldId="257"/>
        </pc:sldMkLst>
        <pc:spChg chg="add mod ord">
          <ac:chgData name="Hemalatha S" userId="f40360a441ee9167" providerId="LiveId" clId="{7165BEFC-6165-47FA-8757-D851393C1F71}" dt="2026-04-09T04:12:21.696" v="277" actId="700"/>
          <ac:spMkLst>
            <pc:docMk/>
            <pc:sldMk cId="3733554871" sldId="257"/>
            <ac:spMk id="2" creationId="{12CD0F06-F1FA-EEE2-9A06-2FEE95CA16E2}"/>
          </ac:spMkLst>
        </pc:spChg>
        <pc:spChg chg="add mod ord">
          <ac:chgData name="Hemalatha S" userId="f40360a441ee9167" providerId="LiveId" clId="{7165BEFC-6165-47FA-8757-D851393C1F71}" dt="2026-04-09T04:13:45.107" v="366" actId="1076"/>
          <ac:spMkLst>
            <pc:docMk/>
            <pc:sldMk cId="3733554871" sldId="257"/>
            <ac:spMk id="3" creationId="{1C59758C-E312-B3C5-47A2-0A4C061B67B9}"/>
          </ac:spMkLst>
        </pc:spChg>
      </pc:sldChg>
      <pc:sldChg chg="addSp modSp mod modClrScheme chgLayout">
        <pc:chgData name="Hemalatha S" userId="f40360a441ee9167" providerId="LiveId" clId="{7165BEFC-6165-47FA-8757-D851393C1F71}" dt="2026-04-09T04:21:31.084" v="933" actId="1076"/>
        <pc:sldMkLst>
          <pc:docMk/>
          <pc:sldMk cId="3838679505" sldId="258"/>
        </pc:sldMkLst>
        <pc:spChg chg="add mod">
          <ac:chgData name="Hemalatha S" userId="f40360a441ee9167" providerId="LiveId" clId="{7165BEFC-6165-47FA-8757-D851393C1F71}" dt="2026-04-09T04:21:31.084" v="933" actId="1076"/>
          <ac:spMkLst>
            <pc:docMk/>
            <pc:sldMk cId="3838679505" sldId="258"/>
            <ac:spMk id="2" creationId="{20CE4A8E-72E1-D9F3-D35F-EFF49E4176A3}"/>
          </ac:spMkLst>
        </pc:spChg>
        <pc:spChg chg="add mod">
          <ac:chgData name="Hemalatha S" userId="f40360a441ee9167" providerId="LiveId" clId="{7165BEFC-6165-47FA-8757-D851393C1F71}" dt="2026-04-09T04:21:25.167" v="932" actId="1076"/>
          <ac:spMkLst>
            <pc:docMk/>
            <pc:sldMk cId="3838679505" sldId="258"/>
            <ac:spMk id="3" creationId="{82CD209E-36F4-4932-F3DA-EA731017EEA5}"/>
          </ac:spMkLst>
        </pc:spChg>
      </pc:sldChg>
      <pc:sldChg chg="addSp modSp mod modClrScheme chgLayout">
        <pc:chgData name="Hemalatha S" userId="f40360a441ee9167" providerId="LiveId" clId="{7165BEFC-6165-47FA-8757-D851393C1F71}" dt="2026-04-09T04:21:09.786" v="931" actId="1076"/>
        <pc:sldMkLst>
          <pc:docMk/>
          <pc:sldMk cId="544603673" sldId="259"/>
        </pc:sldMkLst>
        <pc:spChg chg="add mod">
          <ac:chgData name="Hemalatha S" userId="f40360a441ee9167" providerId="LiveId" clId="{7165BEFC-6165-47FA-8757-D851393C1F71}" dt="2026-04-09T04:21:09.786" v="931" actId="1076"/>
          <ac:spMkLst>
            <pc:docMk/>
            <pc:sldMk cId="544603673" sldId="259"/>
            <ac:spMk id="2" creationId="{1CF9CA49-EBEA-F064-8C51-CBE004D92828}"/>
          </ac:spMkLst>
        </pc:spChg>
        <pc:spChg chg="add mod">
          <ac:chgData name="Hemalatha S" userId="f40360a441ee9167" providerId="LiveId" clId="{7165BEFC-6165-47FA-8757-D851393C1F71}" dt="2026-04-09T04:21:05.090" v="930" actId="1076"/>
          <ac:spMkLst>
            <pc:docMk/>
            <pc:sldMk cId="544603673" sldId="259"/>
            <ac:spMk id="3" creationId="{895BE7D9-0E53-0DD4-2547-6C523AE2803B}"/>
          </ac:spMkLst>
        </pc:spChg>
      </pc:sldChg>
      <pc:sldChg chg="addSp modSp mod modClrScheme chgLayout">
        <pc:chgData name="Hemalatha S" userId="f40360a441ee9167" providerId="LiveId" clId="{7165BEFC-6165-47FA-8757-D851393C1F71}" dt="2026-04-09T04:23:37.509" v="1056" actId="1076"/>
        <pc:sldMkLst>
          <pc:docMk/>
          <pc:sldMk cId="2873009175" sldId="260"/>
        </pc:sldMkLst>
        <pc:spChg chg="add mod">
          <ac:chgData name="Hemalatha S" userId="f40360a441ee9167" providerId="LiveId" clId="{7165BEFC-6165-47FA-8757-D851393C1F71}" dt="2026-04-09T04:23:37.509" v="1056" actId="1076"/>
          <ac:spMkLst>
            <pc:docMk/>
            <pc:sldMk cId="2873009175" sldId="260"/>
            <ac:spMk id="2" creationId="{9C02F3F6-E586-DF33-AE68-9A7955D672EF}"/>
          </ac:spMkLst>
        </pc:spChg>
        <pc:spChg chg="add mod">
          <ac:chgData name="Hemalatha S" userId="f40360a441ee9167" providerId="LiveId" clId="{7165BEFC-6165-47FA-8757-D851393C1F71}" dt="2026-04-09T04:23:32.134" v="1055" actId="1076"/>
          <ac:spMkLst>
            <pc:docMk/>
            <pc:sldMk cId="2873009175" sldId="260"/>
            <ac:spMk id="3" creationId="{DD8924F0-EF6A-2951-1851-F7C387498583}"/>
          </ac:spMkLst>
        </pc:spChg>
      </pc:sldChg>
      <pc:sldChg chg="addSp modSp mod modClrScheme chgLayout">
        <pc:chgData name="Hemalatha S" userId="f40360a441ee9167" providerId="LiveId" clId="{7165BEFC-6165-47FA-8757-D851393C1F71}" dt="2026-04-09T04:28:57.226" v="1354" actId="1076"/>
        <pc:sldMkLst>
          <pc:docMk/>
          <pc:sldMk cId="174687421" sldId="261"/>
        </pc:sldMkLst>
        <pc:spChg chg="add mod">
          <ac:chgData name="Hemalatha S" userId="f40360a441ee9167" providerId="LiveId" clId="{7165BEFC-6165-47FA-8757-D851393C1F71}" dt="2026-04-09T04:28:57.226" v="1354" actId="1076"/>
          <ac:spMkLst>
            <pc:docMk/>
            <pc:sldMk cId="174687421" sldId="261"/>
            <ac:spMk id="2" creationId="{31010B91-CA98-1AF2-B071-541E6A41129C}"/>
          </ac:spMkLst>
        </pc:spChg>
        <pc:spChg chg="add mod">
          <ac:chgData name="Hemalatha S" userId="f40360a441ee9167" providerId="LiveId" clId="{7165BEFC-6165-47FA-8757-D851393C1F71}" dt="2026-04-09T04:28:47.708" v="1353" actId="1076"/>
          <ac:spMkLst>
            <pc:docMk/>
            <pc:sldMk cId="174687421" sldId="261"/>
            <ac:spMk id="3" creationId="{8E720BE6-B8B7-8A75-57BD-156B11869262}"/>
          </ac:spMkLst>
        </pc:spChg>
      </pc:sldChg>
      <pc:sldChg chg="addSp modSp mod modClrScheme chgLayout">
        <pc:chgData name="Hemalatha S" userId="f40360a441ee9167" providerId="LiveId" clId="{7165BEFC-6165-47FA-8757-D851393C1F71}" dt="2026-04-09T04:36:02.996" v="1777" actId="1076"/>
        <pc:sldMkLst>
          <pc:docMk/>
          <pc:sldMk cId="3013765818" sldId="262"/>
        </pc:sldMkLst>
        <pc:spChg chg="add mod">
          <ac:chgData name="Hemalatha S" userId="f40360a441ee9167" providerId="LiveId" clId="{7165BEFC-6165-47FA-8757-D851393C1F71}" dt="2026-04-09T04:35:55.981" v="1776" actId="1076"/>
          <ac:spMkLst>
            <pc:docMk/>
            <pc:sldMk cId="3013765818" sldId="262"/>
            <ac:spMk id="2" creationId="{BC77E5C7-3B73-DEB9-42BD-D45AB417D75D}"/>
          </ac:spMkLst>
        </pc:spChg>
        <pc:spChg chg="add mod">
          <ac:chgData name="Hemalatha S" userId="f40360a441ee9167" providerId="LiveId" clId="{7165BEFC-6165-47FA-8757-D851393C1F71}" dt="2026-04-09T04:36:02.996" v="1777" actId="1076"/>
          <ac:spMkLst>
            <pc:docMk/>
            <pc:sldMk cId="3013765818" sldId="262"/>
            <ac:spMk id="3" creationId="{29F660C1-82E5-B361-4C00-A897EC229744}"/>
          </ac:spMkLst>
        </pc:spChg>
      </pc:sldChg>
      <pc:sldChg chg="addSp delSp modSp mod modClrScheme chgLayout">
        <pc:chgData name="Hemalatha S" userId="f40360a441ee9167" providerId="LiveId" clId="{7165BEFC-6165-47FA-8757-D851393C1F71}" dt="2026-04-09T04:38:17.264" v="1918" actId="1076"/>
        <pc:sldMkLst>
          <pc:docMk/>
          <pc:sldMk cId="4027922461" sldId="263"/>
        </pc:sldMkLst>
        <pc:spChg chg="del mod ord">
          <ac:chgData name="Hemalatha S" userId="f40360a441ee9167" providerId="LiveId" clId="{7165BEFC-6165-47FA-8757-D851393C1F71}" dt="2026-04-09T04:36:20.202" v="1778" actId="700"/>
          <ac:spMkLst>
            <pc:docMk/>
            <pc:sldMk cId="4027922461" sldId="263"/>
            <ac:spMk id="5" creationId="{F5530E5B-7042-E445-FBFF-1B9F05B25348}"/>
          </ac:spMkLst>
        </pc:spChg>
        <pc:spChg chg="del mod ord">
          <ac:chgData name="Hemalatha S" userId="f40360a441ee9167" providerId="LiveId" clId="{7165BEFC-6165-47FA-8757-D851393C1F71}" dt="2026-04-09T04:36:20.202" v="1778" actId="700"/>
          <ac:spMkLst>
            <pc:docMk/>
            <pc:sldMk cId="4027922461" sldId="263"/>
            <ac:spMk id="6" creationId="{8C42113E-F998-206F-603F-DBF0D0337C73}"/>
          </ac:spMkLst>
        </pc:spChg>
        <pc:spChg chg="del">
          <ac:chgData name="Hemalatha S" userId="f40360a441ee9167" providerId="LiveId" clId="{7165BEFC-6165-47FA-8757-D851393C1F71}" dt="2026-04-09T04:36:20.202" v="1778" actId="700"/>
          <ac:spMkLst>
            <pc:docMk/>
            <pc:sldMk cId="4027922461" sldId="263"/>
            <ac:spMk id="7" creationId="{2ED8F9DC-A16B-491F-7149-8D45E4B0CC45}"/>
          </ac:spMkLst>
        </pc:spChg>
        <pc:spChg chg="add mod ord">
          <ac:chgData name="Hemalatha S" userId="f40360a441ee9167" providerId="LiveId" clId="{7165BEFC-6165-47FA-8757-D851393C1F71}" dt="2026-04-09T04:38:06.228" v="1917" actId="1076"/>
          <ac:spMkLst>
            <pc:docMk/>
            <pc:sldMk cId="4027922461" sldId="263"/>
            <ac:spMk id="8" creationId="{A8FC2301-60E6-024F-9F75-BD8EF056BC8C}"/>
          </ac:spMkLst>
        </pc:spChg>
        <pc:spChg chg="add mod ord">
          <ac:chgData name="Hemalatha S" userId="f40360a441ee9167" providerId="LiveId" clId="{7165BEFC-6165-47FA-8757-D851393C1F71}" dt="2026-04-09T04:38:17.264" v="1918" actId="1076"/>
          <ac:spMkLst>
            <pc:docMk/>
            <pc:sldMk cId="4027922461" sldId="263"/>
            <ac:spMk id="9" creationId="{6AD4081A-11C2-EBE4-5895-00589A0E7B27}"/>
          </ac:spMkLst>
        </pc:spChg>
      </pc:sldChg>
      <pc:sldChg chg="addSp modSp mod modClrScheme chgLayout">
        <pc:chgData name="Hemalatha S" userId="f40360a441ee9167" providerId="LiveId" clId="{7165BEFC-6165-47FA-8757-D851393C1F71}" dt="2026-04-09T04:40:27.553" v="2088" actId="1076"/>
        <pc:sldMkLst>
          <pc:docMk/>
          <pc:sldMk cId="3122855887" sldId="264"/>
        </pc:sldMkLst>
        <pc:spChg chg="add mod">
          <ac:chgData name="Hemalatha S" userId="f40360a441ee9167" providerId="LiveId" clId="{7165BEFC-6165-47FA-8757-D851393C1F71}" dt="2026-04-09T04:40:20.960" v="2087" actId="1076"/>
          <ac:spMkLst>
            <pc:docMk/>
            <pc:sldMk cId="3122855887" sldId="264"/>
            <ac:spMk id="2" creationId="{49288C26-F41A-A2A2-63F1-251F49A22EE6}"/>
          </ac:spMkLst>
        </pc:spChg>
        <pc:spChg chg="add mod">
          <ac:chgData name="Hemalatha S" userId="f40360a441ee9167" providerId="LiveId" clId="{7165BEFC-6165-47FA-8757-D851393C1F71}" dt="2026-04-09T04:40:27.553" v="2088" actId="1076"/>
          <ac:spMkLst>
            <pc:docMk/>
            <pc:sldMk cId="3122855887" sldId="264"/>
            <ac:spMk id="3" creationId="{BB5F16C1-B082-97D9-6BD5-4700B176A01E}"/>
          </ac:spMkLst>
        </pc:spChg>
      </pc:sldChg>
      <pc:sldChg chg="addSp modSp mod modClrScheme chgLayout">
        <pc:chgData name="Hemalatha S" userId="f40360a441ee9167" providerId="LiveId" clId="{7165BEFC-6165-47FA-8757-D851393C1F71}" dt="2026-04-09T04:41:25.722" v="2119" actId="1076"/>
        <pc:sldMkLst>
          <pc:docMk/>
          <pc:sldMk cId="2378281943" sldId="265"/>
        </pc:sldMkLst>
        <pc:spChg chg="add mod">
          <ac:chgData name="Hemalatha S" userId="f40360a441ee9167" providerId="LiveId" clId="{7165BEFC-6165-47FA-8757-D851393C1F71}" dt="2026-04-09T04:41:25.722" v="2119" actId="1076"/>
          <ac:spMkLst>
            <pc:docMk/>
            <pc:sldMk cId="2378281943" sldId="265"/>
            <ac:spMk id="2" creationId="{415CD4B9-28DC-FE5E-8490-ADAD5641D8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09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569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925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91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48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55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906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281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48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477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8124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524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7230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467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759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80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A90D5-9D06-46B8-B3AD-BA647635CE1A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3965D61-C3B4-46D1-B393-E29D1ECDA6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830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608E-6566-8233-A45F-8DBFF7EA5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705" y="1409075"/>
            <a:ext cx="7894908" cy="3571151"/>
          </a:xfrm>
        </p:spPr>
        <p:txBody>
          <a:bodyPr/>
          <a:lstStyle/>
          <a:p>
            <a:r>
              <a:rPr lang="en-IN" dirty="0"/>
              <a:t>ONLINE ORDER PROCESSING AND INVOICE GENERATION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20993-4CF9-99DC-03E1-2CFB34260C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738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D0F06-F1FA-EEE2-9A06-2FEE95CA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ONLINE ORDERING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59758C-E312-B3C5-47A2-0A4C061B6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432" y="1740864"/>
            <a:ext cx="8596668" cy="3880773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An online ordering processing system is a software system used by  business to manage customer order placed through the internet efficiently.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A system to  manage customer orders and generate invoices automatically. </a:t>
            </a:r>
          </a:p>
        </p:txBody>
      </p:sp>
    </p:spTree>
    <p:extLst>
      <p:ext uri="{BB962C8B-B14F-4D97-AF65-F5344CB8AC3E}">
        <p14:creationId xmlns:p14="http://schemas.microsoft.com/office/powerpoint/2010/main" val="3733554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4A8E-72E1-D9F3-D35F-EFF49E41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059" y="609600"/>
            <a:ext cx="8596668" cy="1320800"/>
          </a:xfrm>
        </p:spPr>
        <p:txBody>
          <a:bodyPr/>
          <a:lstStyle/>
          <a:p>
            <a:r>
              <a:rPr lang="en-IN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D209E-36F4-4932-F3DA-EA731017E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059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400" dirty="0"/>
              <a:t>An online order  processing system allows customers to browse products , place orders , make payments , and track deliveries digitally. </a:t>
            </a:r>
          </a:p>
        </p:txBody>
      </p:sp>
    </p:spTree>
    <p:extLst>
      <p:ext uri="{BB962C8B-B14F-4D97-AF65-F5344CB8AC3E}">
        <p14:creationId xmlns:p14="http://schemas.microsoft.com/office/powerpoint/2010/main" val="383867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CA49-EBEA-F064-8C51-CBE004D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930" y="609600"/>
            <a:ext cx="8596668" cy="1320800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BE7D9-0E53-0DD4-2547-6C523AE28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1930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400" dirty="0"/>
              <a:t>Automate order processing</a:t>
            </a:r>
          </a:p>
          <a:p>
            <a:r>
              <a:rPr lang="en-IN" sz="2400" dirty="0"/>
              <a:t>Reduce manual errors</a:t>
            </a:r>
          </a:p>
          <a:p>
            <a:r>
              <a:rPr lang="en-IN" sz="2400" dirty="0"/>
              <a:t>Improve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544603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F3F6-E586-DF33-AE68-9A7955D67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009" y="609600"/>
            <a:ext cx="8596668" cy="1320800"/>
          </a:xfrm>
        </p:spPr>
        <p:txBody>
          <a:bodyPr/>
          <a:lstStyle/>
          <a:p>
            <a:r>
              <a:rPr lang="en-IN" dirty="0"/>
              <a:t>SYSTEM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24F0-EF6A-2951-1851-F7C387498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009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sz="2400" dirty="0"/>
              <a:t>User registration</a:t>
            </a:r>
          </a:p>
          <a:p>
            <a:r>
              <a:rPr lang="en-IN" sz="2400" dirty="0"/>
              <a:t>Product selection</a:t>
            </a:r>
          </a:p>
          <a:p>
            <a:r>
              <a:rPr lang="en-IN" sz="2400" dirty="0"/>
              <a:t>Order processing </a:t>
            </a:r>
          </a:p>
          <a:p>
            <a:r>
              <a:rPr lang="en-IN" sz="2400" dirty="0"/>
              <a:t>Payment</a:t>
            </a:r>
          </a:p>
          <a:p>
            <a:r>
              <a:rPr lang="en-IN" sz="2400" dirty="0"/>
              <a:t>Invoice generation</a:t>
            </a:r>
          </a:p>
        </p:txBody>
      </p:sp>
    </p:spTree>
    <p:extLst>
      <p:ext uri="{BB962C8B-B14F-4D97-AF65-F5344CB8AC3E}">
        <p14:creationId xmlns:p14="http://schemas.microsoft.com/office/powerpoint/2010/main" val="287300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10B91-CA98-1AF2-B071-541E6A411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300" y="530991"/>
            <a:ext cx="8596668" cy="1320800"/>
          </a:xfrm>
        </p:spPr>
        <p:txBody>
          <a:bodyPr/>
          <a:lstStyle/>
          <a:p>
            <a:r>
              <a:rPr lang="en-IN" dirty="0"/>
              <a:t>ORDER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20BE6-B8B7-8A75-57BD-156B11869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300" y="1555647"/>
            <a:ext cx="8419563" cy="4110962"/>
          </a:xfrm>
        </p:spPr>
        <p:txBody>
          <a:bodyPr>
            <a:normAutofit/>
          </a:bodyPr>
          <a:lstStyle/>
          <a:p>
            <a:r>
              <a:rPr lang="en-IN" sz="2400" dirty="0"/>
              <a:t>Order processing is the step-by-step procedure a business follows to handle a customer’s order from placement to delivery.</a:t>
            </a:r>
          </a:p>
          <a:p>
            <a:r>
              <a:rPr lang="en-IN" sz="2400" dirty="0"/>
              <a:t>Manual processing – done by humans </a:t>
            </a:r>
          </a:p>
          <a:p>
            <a:r>
              <a:rPr lang="en-IN" sz="2400" dirty="0"/>
              <a:t>Automated processing – done using software </a:t>
            </a:r>
          </a:p>
        </p:txBody>
      </p:sp>
    </p:spTree>
    <p:extLst>
      <p:ext uri="{BB962C8B-B14F-4D97-AF65-F5344CB8AC3E}">
        <p14:creationId xmlns:p14="http://schemas.microsoft.com/office/powerpoint/2010/main" val="174687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7E5C7-3B73-DEB9-42BD-D45AB417D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206" y="609600"/>
            <a:ext cx="8596668" cy="1320800"/>
          </a:xfrm>
        </p:spPr>
        <p:txBody>
          <a:bodyPr/>
          <a:lstStyle/>
          <a:p>
            <a:r>
              <a:rPr lang="en-IN" dirty="0"/>
              <a:t>INVOICE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660C1-82E5-B361-4C00-A897EC229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206" y="1600617"/>
            <a:ext cx="8596668" cy="3880773"/>
          </a:xfrm>
        </p:spPr>
        <p:txBody>
          <a:bodyPr>
            <a:normAutofit/>
          </a:bodyPr>
          <a:lstStyle/>
          <a:p>
            <a:r>
              <a:rPr lang="en-IN" sz="2400" dirty="0"/>
              <a:t>Generates bill with order details , price , tax , and total amount automatically.</a:t>
            </a:r>
          </a:p>
          <a:p>
            <a:r>
              <a:rPr lang="en-IN" sz="2400" dirty="0"/>
              <a:t>Invoice generation is the process of creating a bill for a customer after they place an order.</a:t>
            </a:r>
          </a:p>
          <a:p>
            <a:r>
              <a:rPr lang="en-IN" sz="2400" dirty="0"/>
              <a:t>Manual processing – create by hand or using basic tools</a:t>
            </a:r>
          </a:p>
          <a:p>
            <a:r>
              <a:rPr lang="en-IN" sz="2400" dirty="0"/>
              <a:t>Automated processing – generated using software systems </a:t>
            </a:r>
          </a:p>
        </p:txBody>
      </p:sp>
    </p:spTree>
    <p:extLst>
      <p:ext uri="{BB962C8B-B14F-4D97-AF65-F5344CB8AC3E}">
        <p14:creationId xmlns:p14="http://schemas.microsoft.com/office/powerpoint/2010/main" val="301376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8FC2301-60E6-024F-9F75-BD8EF056B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744" y="639580"/>
            <a:ext cx="8596668" cy="1320800"/>
          </a:xfrm>
        </p:spPr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AD4081A-11C2-EBE4-5895-00589A0E7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6744" y="1770845"/>
            <a:ext cx="8596668" cy="3880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Saves time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Accurate billing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Easy tracking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Better management </a:t>
            </a:r>
          </a:p>
        </p:txBody>
      </p:sp>
    </p:spTree>
    <p:extLst>
      <p:ext uri="{BB962C8B-B14F-4D97-AF65-F5344CB8AC3E}">
        <p14:creationId xmlns:p14="http://schemas.microsoft.com/office/powerpoint/2010/main" val="4027922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88C26-F41A-A2A2-63F1-251F49A22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832" y="816638"/>
            <a:ext cx="8596668" cy="1320800"/>
          </a:xfrm>
        </p:spPr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F16C1-B082-97D9-6BD5-4700B176A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832" y="2160589"/>
            <a:ext cx="8596668" cy="3880773"/>
          </a:xfrm>
        </p:spPr>
        <p:txBody>
          <a:bodyPr>
            <a:normAutofit/>
          </a:bodyPr>
          <a:lstStyle/>
          <a:p>
            <a:r>
              <a:rPr lang="en-IN" sz="2400" dirty="0"/>
              <a:t>An efficient  system for managing online orders and generating invoices quickly.</a:t>
            </a:r>
          </a:p>
        </p:txBody>
      </p:sp>
    </p:spTree>
    <p:extLst>
      <p:ext uri="{BB962C8B-B14F-4D97-AF65-F5344CB8AC3E}">
        <p14:creationId xmlns:p14="http://schemas.microsoft.com/office/powerpoint/2010/main" val="3122855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CD4B9-28DC-FE5E-8490-ADAD5641D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332" y="2768600"/>
            <a:ext cx="8596668" cy="1320800"/>
          </a:xfrm>
        </p:spPr>
        <p:txBody>
          <a:bodyPr>
            <a:normAutofit/>
          </a:bodyPr>
          <a:lstStyle/>
          <a:p>
            <a:r>
              <a:rPr lang="en-IN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3782819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198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Trebuchet MS</vt:lpstr>
      <vt:lpstr>Wingdings</vt:lpstr>
      <vt:lpstr>Wingdings 3</vt:lpstr>
      <vt:lpstr>Facet</vt:lpstr>
      <vt:lpstr>ONLINE ORDER PROCESSING AND INVOICE GENERATION SYSTEM</vt:lpstr>
      <vt:lpstr>ONLINE ORDERING SYSTEM</vt:lpstr>
      <vt:lpstr>DEFINITION</vt:lpstr>
      <vt:lpstr>OBJECTIVES</vt:lpstr>
      <vt:lpstr>SYSTEM MODULES</vt:lpstr>
      <vt:lpstr>ORDER PROCESSING</vt:lpstr>
      <vt:lpstr>INVOICE GENERATION</vt:lpstr>
      <vt:lpstr>ADVANTAGES</vt:lpstr>
      <vt:lpstr>CONCLUSION 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Hemalatha S</dc:creator>
  <cp:lastModifiedBy>Hemalatha S</cp:lastModifiedBy>
  <cp:revision>1</cp:revision>
  <dcterms:created xsi:type="dcterms:W3CDTF">2026-04-09T04:00:32Z</dcterms:created>
  <dcterms:modified xsi:type="dcterms:W3CDTF">2026-04-09T04:41:36Z</dcterms:modified>
</cp:coreProperties>
</file>